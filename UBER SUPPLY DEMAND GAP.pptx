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5fb41a1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5fb41a1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5fb41a11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5fb41a11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UBER SUPPLY DEMAND GAP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Excel, SQL, Python (Tools Used) use these three tools 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Clean the data by </a:t>
            </a:r>
            <a:r>
              <a:rPr lang="en"/>
              <a:t>using Excel - done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Create dashboards by using Excel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Use SQL for finding some insights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Use Pandas to do EDA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Do whatever you want to do, but make sure you incorporate all these 3 tools in the project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the same EDA template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Excel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SQL file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EDA file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Insights PDF file (include all these results)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Video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Submit by 22nd June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On-screen Show (16:9)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UBER SUPPLY DEMAND GAP</vt:lpstr>
      <vt:lpstr>Excel, SQL, Python (Tools Used) use these three tools </vt:lpstr>
      <vt:lpstr>Submission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SUPPLY DEMAND GAP</dc:title>
  <cp:lastModifiedBy>Vedant Gurav</cp:lastModifiedBy>
  <cp:revision>1</cp:revision>
  <dcterms:modified xsi:type="dcterms:W3CDTF">2025-06-17T13:34:56Z</dcterms:modified>
</cp:coreProperties>
</file>